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Futura" charset="1" panose="020B0502020204020303"/>
      <p:regular r:id="rId16"/>
    </p:embeddedFont>
    <p:embeddedFont>
      <p:font typeface="Alatsi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1" y="1028700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269710"/>
            <a:ext cx="5254082" cy="1076711"/>
            <a:chOff x="0" y="0"/>
            <a:chExt cx="645090" cy="132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090" cy="132197"/>
            </a:xfrm>
            <a:custGeom>
              <a:avLst/>
              <a:gdLst/>
              <a:ahLst/>
              <a:cxnLst/>
              <a:rect r="r" b="b" t="t" l="l"/>
              <a:pathLst>
                <a:path h="132197" w="645090">
                  <a:moveTo>
                    <a:pt x="0" y="0"/>
                  </a:moveTo>
                  <a:lnTo>
                    <a:pt x="645090" y="0"/>
                  </a:lnTo>
                  <a:lnTo>
                    <a:pt x="645090" y="132197"/>
                  </a:lnTo>
                  <a:lnTo>
                    <a:pt x="0" y="132197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645090" cy="227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382117" y="2683859"/>
            <a:ext cx="8064987" cy="5376658"/>
          </a:xfrm>
          <a:custGeom>
            <a:avLst/>
            <a:gdLst/>
            <a:ahLst/>
            <a:cxnLst/>
            <a:rect r="r" b="b" t="t" l="l"/>
            <a:pathLst>
              <a:path h="5376658" w="8064987">
                <a:moveTo>
                  <a:pt x="0" y="0"/>
                </a:moveTo>
                <a:lnTo>
                  <a:pt x="8064987" y="0"/>
                </a:lnTo>
                <a:lnTo>
                  <a:pt x="8064987" y="5376658"/>
                </a:lnTo>
                <a:lnTo>
                  <a:pt x="0" y="5376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3524195"/>
            <a:ext cx="6629849" cy="358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3"/>
              </a:lnSpc>
            </a:pPr>
            <a:r>
              <a:rPr lang="en-US" sz="14403">
                <a:solidFill>
                  <a:srgbClr val="7B3927"/>
                </a:solidFill>
                <a:latin typeface="Anton"/>
                <a:ea typeface="Anton"/>
                <a:cs typeface="Anton"/>
                <a:sym typeface="Anton"/>
              </a:rPr>
              <a:t>DIVIDE DIME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4146" y="7394613"/>
            <a:ext cx="882703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b="true" sz="4499" spc="-1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Expense Splitting Calculator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3714" y="1506789"/>
            <a:ext cx="4736745" cy="65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5"/>
              </a:lnSpc>
              <a:spcBef>
                <a:spcPct val="0"/>
              </a:spcBef>
            </a:pPr>
            <a:r>
              <a:rPr lang="en-US" sz="4613" spc="21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Zenith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08291" y="9621871"/>
            <a:ext cx="2338814" cy="30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19175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333039" y="1452997"/>
            <a:ext cx="9624774" cy="116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8"/>
              </a:lnSpc>
            </a:pPr>
            <a:r>
              <a:rPr lang="en-US" sz="826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WHAT WE ARE SOLVING 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7464" y="5293950"/>
            <a:ext cx="1291042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calculation mistakes, which lead to unfair or incorrect cost splitting.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7464" y="3061323"/>
            <a:ext cx="1373082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Confusion in shared expenses, where people struggle to decide who owes how much.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7464" y="7225806"/>
            <a:ext cx="1580492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Arguments and misunderstandings, by providing a clear and transparent payment breakdown.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76154" y="3156573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76154" y="5324243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3"/>
                </a:lnTo>
                <a:lnTo>
                  <a:pt x="0" y="377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76154" y="7324492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1" y="1028700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51" y="3741531"/>
            <a:ext cx="7088025" cy="290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6"/>
              </a:lnSpc>
            </a:pPr>
            <a:r>
              <a:rPr lang="en-US" sz="1038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PROJECT</a:t>
            </a:r>
          </a:p>
          <a:p>
            <a:pPr algn="ctr">
              <a:lnSpc>
                <a:spcPts val="11426"/>
              </a:lnSpc>
            </a:pPr>
            <a:r>
              <a:rPr lang="en-US" sz="1038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DESCRIPTION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10216" y="1897427"/>
            <a:ext cx="805339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Divide Dime is a Python-based tool created to split shared expenses among a group in a simple and fair way.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10216" y="4324350"/>
            <a:ext cx="805339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takes inputs like the amount paid by each person and automatically calculates each individual's share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10216" y="6751274"/>
            <a:ext cx="805339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aims to reduce confusion and eliminate manual calculation errors in group expense management.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564903" y="1992677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38630" y="4419600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438630" y="6846524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1550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9920" y="3670811"/>
            <a:ext cx="7151862" cy="293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9"/>
              </a:lnSpc>
            </a:pPr>
            <a:r>
              <a:rPr lang="en-US" sz="1048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SOLUTION APPROACH !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10216" y="1897427"/>
            <a:ext cx="805339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Divide Dime provides a fair and accurate expense-splitting solution, removing confusion in group payments.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10216" y="4324350"/>
            <a:ext cx="805339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automatically calculates each person’s share, solving the problem of manual maths and disagreements.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10216" y="6751274"/>
            <a:ext cx="8053392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tool gives a clear final output showing who owes how much, making group expense management simple and transparent.</a:t>
            </a:r>
          </a:p>
          <a:p>
            <a:pPr algn="l">
              <a:lnSpc>
                <a:spcPts val="3750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564903" y="1992677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438630" y="4419600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438630" y="6846524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1" y="1028700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772599" y="1383077"/>
            <a:ext cx="725181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900"/>
              </a:lnSpc>
            </a:pPr>
            <a:r>
              <a:rPr lang="en-US" sz="9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APPLICATIONS...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6195" y="3094765"/>
            <a:ext cx="13084870" cy="52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3"/>
              </a:lnSpc>
            </a:pPr>
            <a:r>
              <a:rPr lang="en-US" sz="276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Trips: Split travel, food, and activity expenses among friends easily.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6195" y="5025836"/>
            <a:ext cx="14275055" cy="49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5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Roommates: Manage shared costs like rent, groceries, and utilities without confusion.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6195" y="7210192"/>
            <a:ext cx="17808994" cy="1090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28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Events &amp; Outings: Quickly divide expenses for parties, office lunches, or group gatherings.</a:t>
            </a:r>
          </a:p>
          <a:p>
            <a:pPr algn="l">
              <a:lnSpc>
                <a:spcPts val="4269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24296" y="3199540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24296" y="5143500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4296" y="7324492"/>
            <a:ext cx="252546" cy="377564"/>
          </a:xfrm>
          <a:custGeom>
            <a:avLst/>
            <a:gdLst/>
            <a:ahLst/>
            <a:cxnLst/>
            <a:rect r="r" b="b" t="t" l="l"/>
            <a:pathLst>
              <a:path h="377564" w="252546">
                <a:moveTo>
                  <a:pt x="0" y="0"/>
                </a:moveTo>
                <a:lnTo>
                  <a:pt x="252546" y="0"/>
                </a:lnTo>
                <a:lnTo>
                  <a:pt x="252546" y="377564"/>
                </a:lnTo>
                <a:lnTo>
                  <a:pt x="0" y="37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18285149" cy="8220075"/>
            <a:chOff x="0" y="0"/>
            <a:chExt cx="4815842" cy="2164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4958"/>
            </a:xfrm>
            <a:custGeom>
              <a:avLst/>
              <a:gdLst/>
              <a:ahLst/>
              <a:cxnLst/>
              <a:rect r="r" b="b" t="t" l="l"/>
              <a:pathLst>
                <a:path h="2164958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4958"/>
                  </a:lnTo>
                  <a:lnTo>
                    <a:pt x="0" y="2164958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8051" y="850043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544532" y="1299147"/>
            <a:ext cx="8353750" cy="64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6"/>
              </a:lnSpc>
            </a:pPr>
            <a:r>
              <a:rPr lang="en-US" sz="4633" spc="87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INDIVIDUAL CONTRIBUTION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699382" y="2339065"/>
            <a:ext cx="5257694" cy="640982"/>
            <a:chOff x="0" y="0"/>
            <a:chExt cx="541511" cy="660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1511" cy="66017"/>
            </a:xfrm>
            <a:custGeom>
              <a:avLst/>
              <a:gdLst/>
              <a:ahLst/>
              <a:cxnLst/>
              <a:rect r="r" b="b" t="t" l="l"/>
              <a:pathLst>
                <a:path h="66017" w="541511">
                  <a:moveTo>
                    <a:pt x="0" y="0"/>
                  </a:moveTo>
                  <a:lnTo>
                    <a:pt x="541511" y="0"/>
                  </a:lnTo>
                  <a:lnTo>
                    <a:pt x="541511" y="66017"/>
                  </a:lnTo>
                  <a:lnTo>
                    <a:pt x="0" y="66017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41511" cy="16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93178" y="2345231"/>
            <a:ext cx="49446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KRISHNA GARG ( TEAM LEADER )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60262" y="3151497"/>
            <a:ext cx="6335935" cy="5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Managed pr</a:t>
            </a: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oject structure &amp; integration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75217" y="4596367"/>
            <a:ext cx="6012753" cy="640982"/>
            <a:chOff x="0" y="0"/>
            <a:chExt cx="619277" cy="660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9277" cy="66017"/>
            </a:xfrm>
            <a:custGeom>
              <a:avLst/>
              <a:gdLst/>
              <a:ahLst/>
              <a:cxnLst/>
              <a:rect r="r" b="b" t="t" l="l"/>
              <a:pathLst>
                <a:path h="66017" w="619277">
                  <a:moveTo>
                    <a:pt x="0" y="0"/>
                  </a:moveTo>
                  <a:lnTo>
                    <a:pt x="619277" y="0"/>
                  </a:lnTo>
                  <a:lnTo>
                    <a:pt x="619277" y="66017"/>
                  </a:lnTo>
                  <a:lnTo>
                    <a:pt x="0" y="66017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619277" cy="16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5707" y="4612839"/>
            <a:ext cx="591513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PRITISH PANT ( BACKEND DEVELOPER 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5217" y="5408799"/>
            <a:ext cx="5395199" cy="5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Built core Python calculation logic.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75217" y="6457137"/>
            <a:ext cx="4602743" cy="1126727"/>
            <a:chOff x="0" y="0"/>
            <a:chExt cx="474055" cy="1160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4055" cy="116046"/>
            </a:xfrm>
            <a:custGeom>
              <a:avLst/>
              <a:gdLst/>
              <a:ahLst/>
              <a:cxnLst/>
              <a:rect r="r" b="b" t="t" l="l"/>
              <a:pathLst>
                <a:path h="116046" w="474055">
                  <a:moveTo>
                    <a:pt x="0" y="0"/>
                  </a:moveTo>
                  <a:lnTo>
                    <a:pt x="474055" y="0"/>
                  </a:lnTo>
                  <a:lnTo>
                    <a:pt x="474055" y="116046"/>
                  </a:lnTo>
                  <a:lnTo>
                    <a:pt x="0" y="116046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474055" cy="211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75707" y="6468051"/>
            <a:ext cx="431724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SHOURYA RATTAN DEVGAN </a:t>
            </a:r>
          </a:p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( DOCUMENTATION LEAD 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5217" y="7829540"/>
            <a:ext cx="4916023" cy="5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Prepared documentation &amp; PPT.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176231" y="4606673"/>
            <a:ext cx="4616608" cy="640982"/>
            <a:chOff x="0" y="0"/>
            <a:chExt cx="475483" cy="660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3" cy="66017"/>
            </a:xfrm>
            <a:custGeom>
              <a:avLst/>
              <a:gdLst/>
              <a:ahLst/>
              <a:cxnLst/>
              <a:rect r="r" b="b" t="t" l="l"/>
              <a:pathLst>
                <a:path h="66017" w="475483">
                  <a:moveTo>
                    <a:pt x="0" y="0"/>
                  </a:moveTo>
                  <a:lnTo>
                    <a:pt x="475483" y="0"/>
                  </a:lnTo>
                  <a:lnTo>
                    <a:pt x="475483" y="66017"/>
                  </a:lnTo>
                  <a:lnTo>
                    <a:pt x="0" y="66017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475483" cy="16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404579" y="4638675"/>
            <a:ext cx="448434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BHAVYA ( UI/UX DESIGNER )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76231" y="5408799"/>
            <a:ext cx="4018166" cy="5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Designed interface layout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837853" y="6808144"/>
            <a:ext cx="5954986" cy="640982"/>
            <a:chOff x="0" y="0"/>
            <a:chExt cx="613328" cy="6601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3328" cy="66017"/>
            </a:xfrm>
            <a:custGeom>
              <a:avLst/>
              <a:gdLst/>
              <a:ahLst/>
              <a:cxnLst/>
              <a:rect r="r" b="b" t="t" l="l"/>
              <a:pathLst>
                <a:path h="66017" w="613328">
                  <a:moveTo>
                    <a:pt x="0" y="0"/>
                  </a:moveTo>
                  <a:lnTo>
                    <a:pt x="613328" y="0"/>
                  </a:lnTo>
                  <a:lnTo>
                    <a:pt x="613328" y="66017"/>
                  </a:lnTo>
                  <a:lnTo>
                    <a:pt x="0" y="66017"/>
                  </a:lnTo>
                  <a:close/>
                </a:path>
              </a:pathLst>
            </a:custGeom>
            <a:solidFill>
              <a:srgbClr val="EEA42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613328" cy="161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994391" y="6814310"/>
            <a:ext cx="570906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SHREYANSH PRASAD ( TESTING LEAD 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37853" y="7611051"/>
            <a:ext cx="4120856" cy="5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  <a:spcBef>
                <a:spcPct val="0"/>
              </a:spcBef>
            </a:pPr>
            <a:r>
              <a:rPr lang="en-US" sz="286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Tested code &amp; fixed errors.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1" y="1028700"/>
            <a:ext cx="18285149" cy="8229600"/>
            <a:chOff x="0" y="0"/>
            <a:chExt cx="4815842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5842" cy="2167467"/>
            </a:xfrm>
            <a:custGeom>
              <a:avLst/>
              <a:gdLst/>
              <a:ahLst/>
              <a:cxnLst/>
              <a:rect r="r" b="b" t="t" l="l"/>
              <a:pathLst>
                <a:path h="2167467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815842" cy="226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51" y="0"/>
            <a:ext cx="18285149" cy="1028700"/>
            <a:chOff x="0" y="0"/>
            <a:chExt cx="4815842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1" y="9258300"/>
            <a:ext cx="18285149" cy="1028700"/>
            <a:chOff x="0" y="0"/>
            <a:chExt cx="4815842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584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5842">
                  <a:moveTo>
                    <a:pt x="0" y="0"/>
                  </a:moveTo>
                  <a:lnTo>
                    <a:pt x="4815842" y="0"/>
                  </a:lnTo>
                  <a:lnTo>
                    <a:pt x="481584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B392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15842" cy="36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59477" y="671386"/>
            <a:ext cx="4771897" cy="357314"/>
            <a:chOff x="0" y="0"/>
            <a:chExt cx="1515223" cy="113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6759477" y="9258300"/>
            <a:ext cx="4771897" cy="357314"/>
            <a:chOff x="0" y="0"/>
            <a:chExt cx="1515223" cy="1134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223" cy="113458"/>
            </a:xfrm>
            <a:custGeom>
              <a:avLst/>
              <a:gdLst/>
              <a:ahLst/>
              <a:cxnLst/>
              <a:rect r="r" b="b" t="t" l="l"/>
              <a:pathLst>
                <a:path h="113458" w="1515223">
                  <a:moveTo>
                    <a:pt x="203200" y="0"/>
                  </a:moveTo>
                  <a:lnTo>
                    <a:pt x="1312023" y="0"/>
                  </a:lnTo>
                  <a:lnTo>
                    <a:pt x="1515223" y="113458"/>
                  </a:lnTo>
                  <a:lnTo>
                    <a:pt x="0" y="11345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9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95250"/>
              <a:ext cx="1261223" cy="2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030337" y="4390970"/>
            <a:ext cx="8230176" cy="184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83"/>
              </a:lnSpc>
            </a:pPr>
            <a:r>
              <a:rPr lang="en-US" sz="1440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08291" y="9621871"/>
            <a:ext cx="2338814" cy="30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9"/>
              </a:lnSpc>
              <a:spcBef>
                <a:spcPct val="0"/>
              </a:spcBef>
            </a:pPr>
            <a:r>
              <a:rPr lang="en-US" sz="1999" spc="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DAG5CYSWSv0</dc:identifier>
  <dcterms:modified xsi:type="dcterms:W3CDTF">2011-08-01T06:04:30Z</dcterms:modified>
  <cp:revision>1</cp:revision>
  <dc:title>DIVIDE DIME</dc:title>
</cp:coreProperties>
</file>